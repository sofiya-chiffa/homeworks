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39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Physiological signal analysis and open science using the Julia language and associated software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57200" y="3933056"/>
            <a:ext cx="4953000" cy="194421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Authors of the </a:t>
            </a:r>
            <a:r>
              <a:rPr lang="en-US" dirty="0" smtClean="0"/>
              <a:t>article:</a:t>
            </a:r>
            <a:endParaRPr lang="ru-RU" dirty="0" smtClean="0"/>
          </a:p>
          <a:p>
            <a:r>
              <a:rPr lang="en-US" dirty="0" smtClean="0"/>
              <a:t>George </a:t>
            </a:r>
            <a:r>
              <a:rPr lang="en-US" dirty="0" err="1" smtClean="0"/>
              <a:t>Datseris</a:t>
            </a:r>
            <a:r>
              <a:rPr lang="en-US" dirty="0" smtClean="0"/>
              <a:t>, </a:t>
            </a:r>
            <a:r>
              <a:rPr lang="en-US" dirty="0"/>
              <a:t>Jacob </a:t>
            </a:r>
            <a:r>
              <a:rPr lang="en-US" dirty="0" smtClean="0"/>
              <a:t>S</a:t>
            </a:r>
            <a:r>
              <a:rPr lang="en-US" dirty="0"/>
              <a:t>. </a:t>
            </a:r>
            <a:r>
              <a:rPr lang="en-US" dirty="0" err="1" smtClean="0"/>
              <a:t>Zelko</a:t>
            </a:r>
            <a:endParaRPr lang="ru-RU" dirty="0" smtClean="0"/>
          </a:p>
          <a:p>
            <a:endParaRPr lang="ru-RU" dirty="0" smtClean="0"/>
          </a:p>
          <a:p>
            <a:r>
              <a:rPr lang="en-US" dirty="0" smtClean="0"/>
              <a:t>Presentation </a:t>
            </a:r>
            <a:r>
              <a:rPr lang="en-US" dirty="0"/>
              <a:t>author: </a:t>
            </a:r>
            <a:r>
              <a:rPr lang="en-US" dirty="0" err="1" smtClean="0"/>
              <a:t>Sofiya</a:t>
            </a:r>
            <a:r>
              <a:rPr lang="en-US" dirty="0" smtClean="0"/>
              <a:t> </a:t>
            </a:r>
            <a:r>
              <a:rPr lang="en-US" dirty="0" err="1"/>
              <a:t>Zhiltsova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291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challenges in physiological signal processing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370" y="2249488"/>
            <a:ext cx="6695259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734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Digital signal processing capabilities in Julia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1" y="1988840"/>
            <a:ext cx="7583079" cy="4464496"/>
          </a:xfrm>
        </p:spPr>
      </p:pic>
    </p:spTree>
    <p:extLst>
      <p:ext uri="{BB962C8B-B14F-4D97-AF65-F5344CB8AC3E}">
        <p14:creationId xmlns:p14="http://schemas.microsoft.com/office/powerpoint/2010/main" val="324659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24744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Complexity measures and their importance</a:t>
            </a: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578100"/>
            <a:ext cx="5715000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851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7088" y="90872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Open and reproducible science with Julia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10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13" y="1732946"/>
            <a:ext cx="7421011" cy="1486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88" y="2924943"/>
            <a:ext cx="520065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88" y="4153899"/>
            <a:ext cx="3886200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76" y="5517232"/>
            <a:ext cx="7202487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911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2924944"/>
            <a:ext cx="7344816" cy="1066800"/>
          </a:xfrm>
        </p:spPr>
        <p:txBody>
          <a:bodyPr/>
          <a:lstStyle/>
          <a:p>
            <a:pPr algn="ctr"/>
            <a:r>
              <a:rPr lang="en-US" dirty="0" smtClean="0"/>
              <a:t>Thank </a:t>
            </a:r>
            <a:r>
              <a:rPr lang="en-US" dirty="0"/>
              <a:t>you for your attention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7872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Городская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8</TotalTime>
  <Words>58</Words>
  <Application>Microsoft Office PowerPoint</Application>
  <PresentationFormat>Экран (4:3)</PresentationFormat>
  <Paragraphs>10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Городская</vt:lpstr>
      <vt:lpstr>Physiological signal analysis and open science using the Julia language and associated software </vt:lpstr>
      <vt:lpstr>The challenges in physiological signal processing </vt:lpstr>
      <vt:lpstr>Digital signal processing capabilities in Julia </vt:lpstr>
      <vt:lpstr>Complexity measures and their importance</vt:lpstr>
      <vt:lpstr>Open and reproducible science with Julia </vt:lpstr>
      <vt:lpstr>Thank you for your attention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Physiological signal analysis and open science using the Julia language and associated software </dc:title>
  <dc:creator>Sofiya</dc:creator>
  <cp:lastModifiedBy>Sofiya</cp:lastModifiedBy>
  <cp:revision>3</cp:revision>
  <dcterms:created xsi:type="dcterms:W3CDTF">2026-06-19T15:04:06Z</dcterms:created>
  <dcterms:modified xsi:type="dcterms:W3CDTF">2026-06-19T15:27:45Z</dcterms:modified>
</cp:coreProperties>
</file>