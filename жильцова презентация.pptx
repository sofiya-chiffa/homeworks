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1" d="100"/>
          <a:sy n="71" d="100"/>
        </p:scale>
        <p:origin x="-390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2268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5299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129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0132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1530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3960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554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3467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91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768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261E6-951A-4AB4-9A2E-B77B23D2AFCB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D6B17-D8D9-4284-83BC-7F89A60066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385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700808"/>
            <a:ext cx="7772400" cy="2105873"/>
          </a:xfrm>
        </p:spPr>
        <p:txBody>
          <a:bodyPr>
            <a:noAutofit/>
          </a:bodyPr>
          <a:lstStyle/>
          <a:p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Федеральное государственное бюджетное образовательное учреждение высшего образования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«МИРЭА – Российский технологический университет»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РТУ МИРЭА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Институт информационных технологий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Кафедра игровой индустрии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Дисциплина 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«Геймдизайн»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КУРСОВАЯ РАБОТА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 </a:t>
            </a:r>
            <a:br>
              <a:rPr lang="ru-RU" sz="1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«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Геймдизайн-документ фермерской ролевой игры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87524" y="5105400"/>
            <a:ext cx="8568952" cy="1752600"/>
          </a:xfrm>
        </p:spPr>
        <p:txBody>
          <a:bodyPr>
            <a:normAutofit fontScale="40000" lnSpcReduction="20000"/>
          </a:bodyPr>
          <a:lstStyle/>
          <a:p>
            <a:pPr algn="l"/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Студент: </a:t>
            </a:r>
            <a:r>
              <a:rPr lang="ru-RU" sz="38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Жильцова</a:t>
            </a:r>
            <a:r>
              <a:rPr lang="ru-RU" sz="3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С.О.</a:t>
            </a:r>
            <a:endParaRPr lang="ru-RU" sz="3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Группа: </a:t>
            </a:r>
            <a:r>
              <a:rPr lang="ru-RU" sz="3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ИКБО-31-24</a:t>
            </a:r>
            <a:endParaRPr lang="ru-RU" sz="3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algn="l"/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Руководитель: старший </a:t>
            </a:r>
            <a:r>
              <a:rPr lang="ru-RU" sz="3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преподаватель Коваленко </a:t>
            </a:r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М.А.</a:t>
            </a:r>
          </a:p>
          <a:p>
            <a:r>
              <a:rPr lang="ru-RU" dirty="0"/>
              <a:t> </a:t>
            </a:r>
          </a:p>
          <a:p>
            <a:r>
              <a:rPr lang="ru-RU" dirty="0"/>
              <a:t> </a:t>
            </a:r>
          </a:p>
          <a:p>
            <a:pPr algn="l"/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</a:t>
            </a:r>
          </a:p>
          <a:p>
            <a:r>
              <a:rPr lang="ru-RU" sz="3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Москва </a:t>
            </a:r>
            <a:r>
              <a:rPr lang="ru-RU" sz="3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2026</a:t>
            </a:r>
            <a:endParaRPr lang="ru-RU" sz="3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endParaRPr lang="ru-RU" dirty="0"/>
          </a:p>
        </p:txBody>
      </p:sp>
      <p:pic>
        <p:nvPicPr>
          <p:cNvPr id="4" name="Picture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11943" y="260648"/>
            <a:ext cx="920115" cy="101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248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4272838" cy="1143000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Карточка проекта</a:t>
            </a:r>
            <a:endParaRPr lang="ru-RU" sz="28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528" y="1484784"/>
            <a:ext cx="4032448" cy="5040560"/>
          </a:xfrm>
        </p:spPr>
        <p:txBody>
          <a:bodyPr>
            <a:normAutofit/>
          </a:bodyPr>
          <a:lstStyle/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«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Heather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Fields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Жанр: Фермерский симулятор, RPG с элементами ведьмовства и симуляции жизни</a:t>
            </a:r>
          </a:p>
          <a:p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Сеттинг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 Британская сельская глубинка. Мир, где лес чувствует и помнит, а магия переплетена с повседневным бытом деревенской ведьмы.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Платформы: PC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Windows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macOS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https://i.pinimg.com/736x/67/6a/80/676a80c99827fe310d711a6c624f49e6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0"/>
            <a:ext cx="55170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7612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Сеттинг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 и сюжет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Autofit/>
          </a:bodyPr>
          <a:lstStyle/>
          <a:p>
            <a:r>
              <a:rPr lang="ru-RU" sz="2000" b="1" dirty="0" err="1">
                <a:latin typeface="Times New Roman" pitchFamily="18" charset="0"/>
                <a:cs typeface="Times New Roman" pitchFamily="18" charset="0"/>
              </a:rPr>
              <a:t>Сеттинг</a:t>
            </a:r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2000" dirty="0">
                <a:latin typeface="Times New Roman" pitchFamily="18" charset="0"/>
                <a:cs typeface="Times New Roman" pitchFamily="18" charset="0"/>
              </a:rPr>
            </a:b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Действие происходит в запущенном поместье ведьмы Сабрины. Мир сочетает два полюса: уютный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дом 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 теплым свечным освещением и мрачный лес, который постепенно захватывает магическая «Гниль». Игрок находится в роли молодой ведьмы, восстанавливающей баланс природы.</a:t>
            </a:r>
          </a:p>
          <a:p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Сюжет: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2000" dirty="0">
                <a:latin typeface="Times New Roman" pitchFamily="18" charset="0"/>
                <a:cs typeface="Times New Roman" pitchFamily="18" charset="0"/>
              </a:rPr>
            </a:b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Юная ведьма Агата получает в наследство дом покойной бабушки. Местные ведьмы считают, что Агата никогда не сможет стать такой же сильной, как ее покойная родственница. В это же время в лесу начинает появляться нечисть и Гниль. Пока их вред минимален, но опасность явно станет серьезнее в ближайшее время. Агате предстоит восстановить сад, заслужить уважение людей и ведьм, и найти собственный путь: стать тенью великой бабушки или обрести свою уникальную магию.</a:t>
            </a:r>
          </a:p>
          <a:p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021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116632"/>
            <a:ext cx="8136904" cy="1143000"/>
          </a:xfrm>
        </p:spPr>
        <p:txBody>
          <a:bodyPr>
            <a:normAutofit/>
          </a:bodyPr>
          <a:lstStyle/>
          <a:p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Механики 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1520" y="1772816"/>
            <a:ext cx="3179023" cy="4824536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Садоводство: посадка, полив, сбор урожая.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Крафт (Траволечение): сушка трав, варка зелий и мазей на кухне для продажи жителям.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Животноводство: уход за курами и коровой.</a:t>
            </a: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Ритуалы: очищение леса от Гнили через.</a:t>
            </a:r>
          </a:p>
        </p:txBody>
      </p:sp>
      <p:pic>
        <p:nvPicPr>
          <p:cNvPr id="5" name="Рисунок 4" descr="C:\Users\Sofiya\AppData\Local\Microsoft\Windows\INetCache\Content.Word\IMG_20260503_121031.jp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1700808"/>
            <a:ext cx="4996815" cy="35312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01855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450139"/>
            <a:ext cx="8136904" cy="5433467"/>
          </a:xfrm>
        </p:spPr>
        <p:txBody>
          <a:bodyPr>
            <a:normAutofit/>
          </a:bodyPr>
          <a:lstStyle/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«Уютная готика»: уникальное сочетание медитативного фермерского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геймплея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тревожной, мрачной эстетики.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Активная угроза (Гниль): врагом является не монстр, а экологическая катастрофа. Если не проводить ритуалы, Гниль отбирает у игрока лесные ресурсы и ведет к плохой концовке. Это создает напряжение, не разрушая уют.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Нелинейный финал: 3 концовки (Поражение, Признание людей, Признание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ковена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)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Уникальные преимущества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434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476672"/>
            <a:ext cx="8208912" cy="60815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Цели проекта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0" indent="0">
              <a:buNone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Показать, что ценность человека (ведьмы) определяется не титулами предков или магической силой, а реальными делами и заботой об окружающих. Создать расслабляющий, но осмысленный игровой опыт, где рутина приносит радость, а ответственность за природу — не абстракция, а игровая механика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Тематические линии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Наследие и самоопределение: как найти свой путь в тени великого предка.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Экологическая ответственность: лес — живой организм, требующий заботы (Гниль как метафора последствий бездействия).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Доказательство ценности: Самоуважение не зависит от мнения других</a:t>
            </a:r>
          </a:p>
          <a:p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34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180528" y="-171400"/>
            <a:ext cx="9324528" cy="1143000"/>
          </a:xfrm>
        </p:spPr>
        <p:txBody>
          <a:bodyPr>
            <a:normAutofit/>
          </a:bodyPr>
          <a:lstStyle/>
          <a:p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Визуал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Референсы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395536" y="796863"/>
            <a:ext cx="8136904" cy="5678091"/>
          </a:xfrm>
        </p:spPr>
        <p:txBody>
          <a:bodyPr/>
          <a:lstStyle/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Фильмы: </a:t>
            </a:r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«Пикник у Висячей скалы»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«Практическая магия»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Игры: </a:t>
            </a:r>
            <a:r>
              <a:rPr lang="en-US" sz="2000" i="1" dirty="0" err="1" smtClean="0">
                <a:latin typeface="Times New Roman" pitchFamily="18" charset="0"/>
                <a:cs typeface="Times New Roman" pitchFamily="18" charset="0"/>
              </a:rPr>
              <a:t>Stardew</a:t>
            </a:r>
            <a:r>
              <a:rPr lang="en-US" sz="2000" i="1" dirty="0" smtClean="0">
                <a:latin typeface="Times New Roman" pitchFamily="18" charset="0"/>
                <a:cs typeface="Times New Roman" pitchFamily="18" charset="0"/>
              </a:rPr>
              <a:t> Valley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фермерство), </a:t>
            </a:r>
            <a:r>
              <a:rPr lang="en-US" sz="2000" i="1" dirty="0" err="1" smtClean="0">
                <a:latin typeface="Times New Roman" pitchFamily="18" charset="0"/>
                <a:cs typeface="Times New Roman" pitchFamily="18" charset="0"/>
              </a:rPr>
              <a:t>Wytchwood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крафт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), </a:t>
            </a:r>
            <a:r>
              <a:rPr lang="en-US" sz="2000" i="1" dirty="0" smtClean="0">
                <a:latin typeface="Times New Roman" pitchFamily="18" charset="0"/>
                <a:cs typeface="Times New Roman" pitchFamily="18" charset="0"/>
              </a:rPr>
              <a:t>The Cosmic Wheel Sisterhood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нарратив).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Книги: Терри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Пратчетт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(цикл о ведьмах).</a:t>
            </a:r>
          </a:p>
          <a:p>
            <a:endParaRPr lang="ru-RU" dirty="0"/>
          </a:p>
        </p:txBody>
      </p:sp>
      <p:pic>
        <p:nvPicPr>
          <p:cNvPr id="7" name="Рисунок 6" descr="Practical Magic' 2: 25 Thoughts I Had About the First Trailer | Vogue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780928"/>
            <a:ext cx="4545965" cy="3410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Рисунок 7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104" y="1844824"/>
            <a:ext cx="2862007" cy="484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69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dirty="0" err="1" smtClean="0">
                <a:latin typeface="Times New Roman" pitchFamily="18" charset="0"/>
                <a:cs typeface="Times New Roman" pitchFamily="18" charset="0"/>
              </a:rPr>
              <a:t>Визуал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>
            <a:normAutofit/>
          </a:bodyPr>
          <a:lstStyle/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Палитра: Землистые, болотные, тёмно-зелёные, бордовые оттенки в лесу / тёплые, жёлтые, свечные — в доме.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Перспектива: 2D, вид сбоку (как если бы игрок стоял в комнате). Перемещение кликами мыши.</a:t>
            </a:r>
          </a:p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Атмосфера: Игра света и теней (туман на полянах, мерцание свечей).</a:t>
            </a:r>
          </a:p>
          <a:p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Рисунок 3" descr="picnicathangingrock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281989"/>
            <a:ext cx="5940425" cy="33362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3775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dirty="0" err="1">
                <a:latin typeface="Times New Roman" pitchFamily="18" charset="0"/>
                <a:cs typeface="Times New Roman" pitchFamily="18" charset="0"/>
              </a:rPr>
              <a:t>Визуал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 descr="IMG_20260503_120805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340768"/>
            <a:ext cx="6738025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2590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Команда и </a:t>
            </a:r>
            <a:r>
              <a:rPr lang="ru-RU" sz="2800" dirty="0" smtClean="0">
                <a:latin typeface="Times New Roman" pitchFamily="18" charset="0"/>
                <a:cs typeface="Times New Roman" pitchFamily="18" charset="0"/>
              </a:rPr>
              <a:t>технологии</a:t>
            </a:r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b="1" dirty="0">
                <a:latin typeface="Times New Roman" pitchFamily="18" charset="0"/>
                <a:cs typeface="Times New Roman" pitchFamily="18" charset="0"/>
              </a:rPr>
              <a:t>Команда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проекта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Геймдизайнер /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Продюсер</a:t>
            </a:r>
          </a:p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Программист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Godot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GDScript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)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2D-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Художник (атмосфера, персонажи,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UI)</a:t>
            </a: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Сценарист (диалоги, лор)</a:t>
            </a: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Саунд-дизайнер (музыка,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звуки)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dirty="0" err="1">
                <a:latin typeface="Times New Roman" pitchFamily="18" charset="0"/>
                <a:cs typeface="Times New Roman" pitchFamily="18" charset="0"/>
              </a:rPr>
              <a:t>Тестировщик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r>
              <a:rPr lang="ru-RU" b="1" dirty="0">
                <a:latin typeface="Times New Roman" pitchFamily="18" charset="0"/>
                <a:cs typeface="Times New Roman" pitchFamily="18" charset="0"/>
              </a:rPr>
              <a:t>Технологии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Движок: </a:t>
            </a:r>
            <a:r>
              <a:rPr lang="en-US" dirty="0" err="1">
                <a:latin typeface="Times New Roman" pitchFamily="18" charset="0"/>
                <a:cs typeface="Times New Roman" pitchFamily="18" charset="0"/>
              </a:rPr>
              <a:t>Godot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4.x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Графика: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Krita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Звук: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Audacity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Платформы дистрибуции: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Steam (30%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комиссия),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VK Play (5%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комиссия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0502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444</Words>
  <Application>Microsoft Office PowerPoint</Application>
  <PresentationFormat>Экран (4:3)</PresentationFormat>
  <Paragraphs>55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Федеральное государственное бюджетное образовательное учреждение высшего образования «МИРЭА – Российский технологический университет» РТУ МИРЭА Институт информационных технологий Кафедра игровой индустрии Дисциплина «Геймдизайн»   КУРСОВАЯ РАБОТА   «Геймдизайн-документ фермерской ролевой игры»</vt:lpstr>
      <vt:lpstr>Карточка проекта</vt:lpstr>
      <vt:lpstr>Сеттинг и сюжет</vt:lpstr>
      <vt:lpstr>Механики </vt:lpstr>
      <vt:lpstr>Уникальные преимущества</vt:lpstr>
      <vt:lpstr>Презентация PowerPoint</vt:lpstr>
      <vt:lpstr>Визуал. Референсы</vt:lpstr>
      <vt:lpstr>Визуал</vt:lpstr>
      <vt:lpstr>Визуал</vt:lpstr>
      <vt:lpstr>Команда и технологии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«МИРЭА – Российский технологический университет» РТУ МИРЭА Институт информационных технологий Кафедра игровой индустрии Дисциплина «Геймдизайн»   КУРСОВАЯ РАБОТА   «Геймдизайн-документ фермерской ролевой игры»</dc:title>
  <dc:creator>Sofiya</dc:creator>
  <cp:lastModifiedBy>Sofiya</cp:lastModifiedBy>
  <cp:revision>6</cp:revision>
  <dcterms:created xsi:type="dcterms:W3CDTF">2026-05-04T09:30:15Z</dcterms:created>
  <dcterms:modified xsi:type="dcterms:W3CDTF">2026-05-04T17:52:05Z</dcterms:modified>
</cp:coreProperties>
</file>