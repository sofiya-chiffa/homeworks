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990" y="-5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61E6-951A-4AB4-9A2E-B77B23D2AFCB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6B17-D8D9-4284-83BC-7F89A60066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2268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61E6-951A-4AB4-9A2E-B77B23D2AFCB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6B17-D8D9-4284-83BC-7F89A60066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5299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61E6-951A-4AB4-9A2E-B77B23D2AFCB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6B17-D8D9-4284-83BC-7F89A60066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1129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61E6-951A-4AB4-9A2E-B77B23D2AFCB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6B17-D8D9-4284-83BC-7F89A60066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0132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61E6-951A-4AB4-9A2E-B77B23D2AFCB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6B17-D8D9-4284-83BC-7F89A60066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71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61E6-951A-4AB4-9A2E-B77B23D2AFCB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6B17-D8D9-4284-83BC-7F89A60066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1530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61E6-951A-4AB4-9A2E-B77B23D2AFCB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6B17-D8D9-4284-83BC-7F89A60066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3960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61E6-951A-4AB4-9A2E-B77B23D2AFCB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6B17-D8D9-4284-83BC-7F89A60066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0554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61E6-951A-4AB4-9A2E-B77B23D2AFCB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6B17-D8D9-4284-83BC-7F89A60066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3467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61E6-951A-4AB4-9A2E-B77B23D2AFCB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6B17-D8D9-4284-83BC-7F89A60066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6918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61E6-951A-4AB4-9A2E-B77B23D2AFCB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6B17-D8D9-4284-83BC-7F89A60066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4768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261E6-951A-4AB4-9A2E-B77B23D2AFCB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9D6B17-D8D9-4284-83BC-7F89A60066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9385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700808"/>
            <a:ext cx="7772400" cy="2105873"/>
          </a:xfrm>
        </p:spPr>
        <p:txBody>
          <a:bodyPr>
            <a:noAutofit/>
          </a:bodyPr>
          <a:lstStyle/>
          <a:p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Федеральное государственное бюджетное образовательное учреждение высшего образования</a:t>
            </a: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400" dirty="0">
                <a:latin typeface="Times New Roman" pitchFamily="18" charset="0"/>
                <a:cs typeface="Times New Roman" pitchFamily="18" charset="0"/>
              </a:rPr>
            </a:b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«МИРЭА – Российский технологический университет»</a:t>
            </a: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40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РТУ МИРЭА</a:t>
            </a: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400" dirty="0">
                <a:latin typeface="Times New Roman" pitchFamily="18" charset="0"/>
                <a:cs typeface="Times New Roman" pitchFamily="18" charset="0"/>
              </a:rPr>
            </a:b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Институт информационных технологий</a:t>
            </a: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400" dirty="0">
                <a:latin typeface="Times New Roman" pitchFamily="18" charset="0"/>
                <a:cs typeface="Times New Roman" pitchFamily="18" charset="0"/>
              </a:rPr>
            </a:b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Кафедра игровой индустрии</a:t>
            </a: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400" dirty="0">
                <a:latin typeface="Times New Roman" pitchFamily="18" charset="0"/>
                <a:cs typeface="Times New Roman" pitchFamily="18" charset="0"/>
              </a:rPr>
            </a:b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Дисциплина 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«Геймдизайн»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400" b="1" dirty="0">
                <a:latin typeface="Times New Roman" pitchFamily="18" charset="0"/>
                <a:cs typeface="Times New Roman" pitchFamily="18" charset="0"/>
              </a:rPr>
            </a:b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400" dirty="0">
                <a:latin typeface="Times New Roman" pitchFamily="18" charset="0"/>
                <a:cs typeface="Times New Roman" pitchFamily="18" charset="0"/>
              </a:rPr>
            </a:b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КУРСОВАЯ РАБОТА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400" b="1" dirty="0">
                <a:latin typeface="Times New Roman" pitchFamily="18" charset="0"/>
                <a:cs typeface="Times New Roman" pitchFamily="18" charset="0"/>
              </a:rPr>
            </a:b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 </a:t>
            </a:r>
            <a:br>
              <a:rPr lang="ru-RU" sz="1400" dirty="0">
                <a:latin typeface="Times New Roman" pitchFamily="18" charset="0"/>
                <a:cs typeface="Times New Roman" pitchFamily="18" charset="0"/>
              </a:rPr>
            </a:b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«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Геймдизайн-документ фермерской ролевой игры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»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87524" y="5105400"/>
            <a:ext cx="8568952" cy="1752600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ru-RU" sz="3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Студент: </a:t>
            </a:r>
            <a:r>
              <a:rPr lang="ru-RU" sz="38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Жильцова</a:t>
            </a:r>
            <a:r>
              <a:rPr lang="ru-RU" sz="3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С.О.</a:t>
            </a:r>
            <a:endParaRPr lang="ru-RU" sz="3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ru-RU" sz="3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Группа: </a:t>
            </a:r>
            <a:r>
              <a:rPr lang="ru-RU" sz="3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ИКБО-31-24</a:t>
            </a:r>
            <a:endParaRPr lang="ru-RU" sz="3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ru-RU" sz="3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Руководитель: старший </a:t>
            </a:r>
            <a:r>
              <a:rPr lang="ru-RU" sz="3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преподаватель Коваленко </a:t>
            </a:r>
            <a:r>
              <a:rPr lang="ru-RU" sz="3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М.А.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 </a:t>
            </a:r>
          </a:p>
          <a:p>
            <a:pPr algn="l"/>
            <a:r>
              <a:rPr lang="ru-RU" sz="3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ru-RU" sz="3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Москва </a:t>
            </a:r>
            <a:r>
              <a:rPr lang="ru-RU" sz="3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2026</a:t>
            </a:r>
            <a:endParaRPr lang="ru-RU" sz="3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dirty="0"/>
          </a:p>
        </p:txBody>
      </p:sp>
      <p:pic>
        <p:nvPicPr>
          <p:cNvPr id="4" name="Picture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1943" y="260648"/>
            <a:ext cx="920115" cy="1017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248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4272838" cy="1143000"/>
          </a:xfrm>
        </p:spPr>
        <p:txBody>
          <a:bodyPr>
            <a:normAutofit/>
          </a:bodyPr>
          <a:lstStyle/>
          <a:p>
            <a:r>
              <a:rPr lang="ru-RU" sz="2800" dirty="0" smtClean="0"/>
              <a:t>Карточка проекта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484784"/>
            <a:ext cx="4032448" cy="5040560"/>
          </a:xfrm>
        </p:spPr>
        <p:txBody>
          <a:bodyPr>
            <a:normAutofit/>
          </a:bodyPr>
          <a:lstStyle/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«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Heather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Fields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»</a:t>
            </a: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Жанр: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Фермерская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ролевая игра с элементами колдовства</a:t>
            </a:r>
          </a:p>
          <a:p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Сеттинг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 Сельская глубинка с шумной и светлой деревушкой, вересковые поля, мрачный лес и уютный дом ведьмы</a:t>
            </a: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Платформы: PC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macOS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1028" name="Picture 4" descr="https://i.pinimg.com/736x/67/6a/80/676a80c99827fe310d711a6c624f49e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0"/>
            <a:ext cx="551704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7612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57624" y="274638"/>
            <a:ext cx="4829175" cy="1143000"/>
          </a:xfrm>
        </p:spPr>
        <p:txBody>
          <a:bodyPr>
            <a:normAutofit/>
          </a:bodyPr>
          <a:lstStyle/>
          <a:p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Сюжет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57624" y="1600200"/>
            <a:ext cx="5106864" cy="4853136"/>
          </a:xfrm>
        </p:spPr>
        <p:txBody>
          <a:bodyPr>
            <a:noAutofit/>
          </a:bodyPr>
          <a:lstStyle/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Юная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ведьма Агата получает в наследство дом покойной бабушки. Местные ведьмы считают, что Агата никогда не сможет стать такой же сильной, как ее покойная родственница. В это же время в лесу начинает появляться нечисть и Гниль. Пока их вред минимален, но опасность явно станет серьезнее в ближайшее время. Агате предстоит восстановить сад, заслужить уважение людей и ведьм, и найти собственный путь: стать тенью великой бабушки или обрести свою уникальную магию.</a:t>
            </a: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6" name="Picture 4" descr="C:\Users\Sofiya\Downloads\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576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5021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136904" cy="1143000"/>
          </a:xfrm>
        </p:spPr>
        <p:txBody>
          <a:bodyPr>
            <a:normAutofit/>
          </a:bodyPr>
          <a:lstStyle/>
          <a:p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Механики 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772816"/>
            <a:ext cx="3179023" cy="4824536"/>
          </a:xfrm>
        </p:spPr>
        <p:txBody>
          <a:bodyPr>
            <a:norm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Садоводство: посадка, полив, сбор урожая.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Крафт (Траволечение): сушка трав, варка зелий и мазей на кухне для продажи жителям.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Животноводство: уход за курами и коровой.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Ритуалы: очищение леса от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Гнили.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Рисунок 4" descr="C:\Users\Sofiya\AppData\Local\Microsoft\Windows\INetCache\Content.Word\IMG_20260503_121031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1700808"/>
            <a:ext cx="4996815" cy="35312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01855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C:\Users\Sofiya\Downloads\Bluebelle Dawn by Louis Neille in Micheldever Wood Hampshire Englan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84584" y="-2945"/>
            <a:ext cx="1032206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Скругленный прямоугольник 9"/>
          <p:cNvSpPr/>
          <p:nvPr/>
        </p:nvSpPr>
        <p:spPr>
          <a:xfrm>
            <a:off x="251520" y="1196752"/>
            <a:ext cx="8496944" cy="3096344"/>
          </a:xfrm>
          <a:prstGeom prst="round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2013875" y="116632"/>
            <a:ext cx="4968552" cy="648072"/>
          </a:xfrm>
          <a:prstGeom prst="round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31540" y="1340768"/>
            <a:ext cx="8280920" cy="2880319"/>
          </a:xfrm>
          <a:noFill/>
        </p:spPr>
        <p:txBody>
          <a:bodyPr>
            <a:normAutofit/>
          </a:bodyPr>
          <a:lstStyle/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«Уютная готика»: уникальное сочетание медитативного фермерского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геймплея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 тревожной, мрачной эстетики.</a:t>
            </a: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Активная угроза (Гниль): врагом является не монстр, а экологическая катастрофа. Если не проводить ритуалы, Гниль отбирает у игрока лесные ресурсы и ведет к плохой концовке. Это создает напряжение, не разрушая уют.</a:t>
            </a: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Нелинейный финал: 3 концовки (Поражение, Признание людей, Признание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ковена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454641" y="-171400"/>
            <a:ext cx="8229600" cy="1143000"/>
          </a:xfrm>
        </p:spPr>
        <p:txBody>
          <a:bodyPr>
            <a:normAutofit/>
          </a:bodyPr>
          <a:lstStyle/>
          <a:p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Уникальные преимущества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8434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476672"/>
            <a:ext cx="8208912" cy="60815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Цели проекта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Показать, что ценность человека (ведьмы) определяется не титулами предков или внешним признанием, а реальными делами и заботой об окружающих. Создать расслабляющий, но осмысленный игровой опыт, где рутина приносит радость. А также подчеркнуть важность заботы о природе.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Тематические линии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Наследие и самоопределение: как найти свой путь в тени великого предка.</a:t>
            </a: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Экологическая ответственность: лес </a:t>
            </a:r>
            <a:r>
              <a:rPr lang="ru-RU" sz="2000" dirty="0"/>
              <a:t>–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живой организм, требующий заботы.</a:t>
            </a: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Доказательство ценности: самоуважение не зависит от мнения других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Ответственность: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признание своих ошибок и принятие несовершенства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как себя, так и тех, кого мы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идеализируем.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8834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180528" y="-171400"/>
            <a:ext cx="9324528" cy="1143000"/>
          </a:xfrm>
        </p:spPr>
        <p:txBody>
          <a:bodyPr>
            <a:normAutofit/>
          </a:bodyPr>
          <a:lstStyle/>
          <a:p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Референсы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95536" y="796863"/>
            <a:ext cx="8136904" cy="5678091"/>
          </a:xfrm>
        </p:spPr>
        <p:txBody>
          <a:bodyPr/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Фильмы: «Пикник у Висячей скалы», «Практическая магия».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Игры: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Stardew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Valley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Wylde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Flowers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Wytchwood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Sun Haven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Cosmic Wheel Sisterhood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Книги: Терри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Пратчетт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(цикл о ведьмах).</a:t>
            </a:r>
          </a:p>
          <a:p>
            <a:endParaRPr lang="ru-RU" dirty="0"/>
          </a:p>
        </p:txBody>
      </p:sp>
      <p:pic>
        <p:nvPicPr>
          <p:cNvPr id="7" name="Рисунок 6" descr="Practical Magic' 2: 25 Thoughts I Had About the First Trailer | Vogue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780928"/>
            <a:ext cx="4545965" cy="3410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Рисунок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4" y="1844824"/>
            <a:ext cx="2862007" cy="48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699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Визуал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rmAutofit/>
          </a:bodyPr>
          <a:lstStyle/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Палитра: Землистые, болотные, тёмно-зелёные, бордовые оттенки в лесу / тёплые, жёлтые, коричневые </a:t>
            </a:r>
            <a:r>
              <a:rPr lang="ru-RU" sz="2000" dirty="0"/>
              <a:t>–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в доме.</a:t>
            </a: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-рисовка с видом сбоку.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Рисунок 3" descr="picnicathangingrock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4480" y="2852936"/>
            <a:ext cx="6043863" cy="35523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33775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Визуал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 descr="IMG_20260503_120805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340768"/>
            <a:ext cx="6738025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2590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8712" y="0"/>
            <a:ext cx="8229600" cy="1143000"/>
          </a:xfrm>
        </p:spPr>
        <p:txBody>
          <a:bodyPr>
            <a:normAutofit/>
          </a:bodyPr>
          <a:lstStyle/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Команда и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технологии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836712"/>
            <a:ext cx="4392488" cy="514543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Команда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проекта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Геймдизайнер</a:t>
            </a: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Программист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2D-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Художник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Сценарист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Саунд-дизайнер</a:t>
            </a:r>
          </a:p>
          <a:p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Тестировщик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Технологии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Движок: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Godot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Графика: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Krita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Звук: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Audacity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Платформы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дистрибуции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Steam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VK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Play</a:t>
            </a:r>
            <a:endParaRPr lang="ru-RU" sz="2400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3707904" y="1052736"/>
            <a:ext cx="5040560" cy="4657039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0502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461</Words>
  <Application>Microsoft Office PowerPoint</Application>
  <PresentationFormat>Экран (4:3)</PresentationFormat>
  <Paragraphs>53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Федеральное государственное бюджетное образовательное учреждение высшего образования «МИРЭА – Российский технологический университет» РТУ МИРЭА Институт информационных технологий Кафедра игровой индустрии Дисциплина «Геймдизайн»   КУРСОВАЯ РАБОТА   «Геймдизайн-документ фермерской ролевой игры»</vt:lpstr>
      <vt:lpstr>Карточка проекта</vt:lpstr>
      <vt:lpstr>Сюжет</vt:lpstr>
      <vt:lpstr>Механики </vt:lpstr>
      <vt:lpstr>Уникальные преимущества</vt:lpstr>
      <vt:lpstr>Презентация PowerPoint</vt:lpstr>
      <vt:lpstr>Референсы</vt:lpstr>
      <vt:lpstr>Визуал</vt:lpstr>
      <vt:lpstr>Визуал</vt:lpstr>
      <vt:lpstr>Команда и технологии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Федеральное государственное бюджетное образовательное учреждение высшего образования «МИРЭА – Российский технологический университет» РТУ МИРЭА Институт информационных технологий Кафедра игровой индустрии Дисциплина «Геймдизайн»   КУРСОВАЯ РАБОТА   «Геймдизайн-документ фермерской ролевой игры»</dc:title>
  <dc:creator>Sofiya</dc:creator>
  <cp:lastModifiedBy>Sofiya</cp:lastModifiedBy>
  <cp:revision>12</cp:revision>
  <dcterms:created xsi:type="dcterms:W3CDTF">2026-05-04T09:30:15Z</dcterms:created>
  <dcterms:modified xsi:type="dcterms:W3CDTF">2026-06-07T18:08:48Z</dcterms:modified>
</cp:coreProperties>
</file>